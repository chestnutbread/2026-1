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0D6F3-29C0-425C-B4FD-88B278AF6FB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26C17-CE41-4E9D-9311-7AB7F308FC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10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군용 </a:t>
            </a:r>
            <a:r>
              <a:rPr lang="ko-KR" altLang="en-US" dirty="0" err="1"/>
              <a:t>터보팬</a:t>
            </a:r>
            <a:r>
              <a:rPr lang="ko-KR" altLang="en-US" dirty="0"/>
              <a:t> 엔진의 </a:t>
            </a:r>
            <a:r>
              <a:rPr lang="en-US" altLang="ko-KR" dirty="0"/>
              <a:t>1D </a:t>
            </a:r>
            <a:r>
              <a:rPr lang="ko-KR" altLang="en-US" dirty="0"/>
              <a:t>동역학 모델링 및 </a:t>
            </a:r>
            <a:r>
              <a:rPr lang="en-US" altLang="ko-KR" dirty="0"/>
              <a:t>Python </a:t>
            </a:r>
            <a:r>
              <a:rPr lang="ko-KR" altLang="en-US" dirty="0"/>
              <a:t>자동화 기반 상태기반 정비 지표 연구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26C17-CE41-4E9D-9311-7AB7F308FC3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56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26C17-CE41-4E9D-9311-7AB7F308FC3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140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26C17-CE41-4E9D-9311-7AB7F308FC3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10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26C17-CE41-4E9D-9311-7AB7F308FC3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246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917F5-417A-43BB-8028-43FC836F8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4A87D9-C53D-4522-885D-2F2F7ACDB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EC3DD1-4521-444F-92D5-98592497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6B0EBF-EBAB-4CE2-A731-788E6C8C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848E9-5170-48A3-9D90-F8D1BB4D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688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A593E-D103-4C62-BB75-EF5D76F3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7B1D4-E3F3-4BE4-9BEF-FCF2B409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9F750-7213-4A05-978B-CB1F58E9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901FF-30A0-4030-8B8B-BDB20617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0AD92-8058-451B-B46C-DFBDDA09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67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2EC62-7C92-46D6-9F20-AE32210F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7AC3D-512C-4DA7-B8F5-0D4DEC44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AB7FA-C3CA-4FBE-B60C-A4A7F49F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E3F79-35FD-4303-879B-6405D0F0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B9237-BD88-4AF5-848A-997B8B3F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1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64064-E079-494C-B71C-69933D1F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A0EF7-08EC-4405-BE98-A8BDE24E9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56E99E-5351-4C67-8E13-4108720CC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C19649-E93A-42FB-B3A9-A99AE68A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E9BA76-13FF-476E-AF96-8D33FFED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8ECAFB-A0EB-4AF2-B1E4-AB3AC25F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02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4F8BE-5E85-47D6-93D2-AEC80D03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DCE9A2-FC80-4D64-9FDF-E213D1E7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0554CC-CE1B-4A3B-BB38-2B39A9D81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B419B5-41B1-479D-BE32-BB91BABBC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F94A20-E078-40EE-835B-4122378D0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2B57-ADA5-41EF-8327-4A89B58F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A2BEC6-C361-4B61-B025-AEE68A9C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D50814-F23B-418E-ACC1-B42FF57E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40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7DC6C-BE0A-415B-B403-0CD40827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053B9D-EFD7-4B40-B1E9-80CBEA6D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0DA125-3237-4CDB-B350-CBA7E79E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F63057-596F-4C0E-90D0-9230AC88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21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8DCC75-CD0D-4A79-AEA6-94F3929D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E1EB3C-F2EC-4485-A8E0-1E71CC88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87D807-14D9-4C05-8B20-F295058E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2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18404-A98B-40E4-8DBA-D7AEDDB3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76A17-B3D2-44D7-8F7E-05D9B8BB2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729FD-7650-4C16-AEBD-17819194F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395CDD-AE43-4E11-82E4-7C4BFEEF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4B6DC-6D96-4E65-8132-2A6BA6AE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A1311C-0A96-49A4-AAD5-9ED353DD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34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511B7-638F-41DD-8A1A-9493CD9C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B72C89-E24F-4764-A299-3A7CB39EA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912A4B-1335-49F6-9654-97A628355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A082DA-0393-417E-B004-121B4B9F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22296-56E6-4B0F-94CA-574ACF94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7DC61F-23F1-42CA-AC6E-CCE038C1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87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E3BCD-8E93-473C-B360-442DA4BC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CB8FA6-5A89-456A-ACB8-7AFB36AB2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70E5B-393F-40F1-B7E4-6F77EAFD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99F12-DEC1-4399-9E14-1A83AD6F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A179E-F625-4154-BEAA-C9B8C39C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61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5FF25C-9A82-4123-9975-D71F511A6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5B83DD-DEC0-46D3-96B6-7B27C9937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DC0719-2DDF-4CC2-912D-2E9E3728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494A2-88E0-4BDC-AE7F-B9824790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0168A-BFCF-45F1-A6BB-2D96D2E6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0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FC9B7C-E3FD-4319-BDF3-66099BB7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95360-ECCB-45F7-A7C5-0BB626982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DB5F5-5ADC-40DC-9F86-16F72045C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0D393-0E4D-4002-8B05-489F0543203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D4712-A964-4DAA-9A3D-BCC6AD838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DF458-0F5D-4058-98CD-15E50C4F4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231EE-85E6-42D4-AAA8-CFC58ED09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9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18DD8B-F8A5-4ED6-8FE7-DD4360AB9A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05C606-CDD9-44C9-BE3B-B4ED51032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324" y="0"/>
            <a:ext cx="9144000" cy="2387600"/>
          </a:xfrm>
        </p:spPr>
        <p:txBody>
          <a:bodyPr anchor="ctr">
            <a:normAutofit/>
          </a:bodyPr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군용 </a:t>
            </a:r>
            <a:r>
              <a:rPr lang="ko-KR" altLang="en-US" dirty="0" err="1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터보팬</a:t>
            </a:r>
            <a:r>
              <a:rPr lang="ko-KR" altLang="en-US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엔진 예측 정비</a:t>
            </a:r>
            <a:br>
              <a:rPr lang="en-US" altLang="ko-KR" sz="54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</a:b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JSSG-2007A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CBM(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상태기반정비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지표 연구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C564C9-D35A-46A7-840D-C0888029A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5287" y="4605732"/>
            <a:ext cx="9144000" cy="1655762"/>
          </a:xfrm>
        </p:spPr>
        <p:txBody>
          <a:bodyPr anchor="b">
            <a:normAutofit/>
          </a:bodyPr>
          <a:lstStyle/>
          <a:p>
            <a:pPr algn="r"/>
            <a:r>
              <a:rPr lang="ko-KR" altLang="en-US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</a:t>
            </a:r>
            <a:r>
              <a:rPr lang="en-US" altLang="ko-KR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박세은</a:t>
            </a:r>
            <a:endParaRPr lang="en-US" altLang="ko-KR" sz="2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학번</a:t>
            </a:r>
            <a:r>
              <a:rPr lang="en-US" altLang="ko-KR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2026020634</a:t>
            </a: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소속</a:t>
            </a:r>
            <a:r>
              <a:rPr lang="en-US" altLang="ko-KR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UVISIS Lab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283132D-E209-4663-BBC7-2937BCA03A76}"/>
              </a:ext>
            </a:extLst>
          </p:cNvPr>
          <p:cNvCxnSpPr>
            <a:cxnSpLocks/>
          </p:cNvCxnSpPr>
          <p:nvPr/>
        </p:nvCxnSpPr>
        <p:spPr>
          <a:xfrm flipH="1">
            <a:off x="567558" y="2096818"/>
            <a:ext cx="117295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86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98D7AFA-A46D-438C-845A-8032D39920A7}"/>
              </a:ext>
            </a:extLst>
          </p:cNvPr>
          <p:cNvCxnSpPr>
            <a:cxnSpLocks/>
          </p:cNvCxnSpPr>
          <p:nvPr/>
        </p:nvCxnSpPr>
        <p:spPr>
          <a:xfrm flipH="1">
            <a:off x="616157" y="1119356"/>
            <a:ext cx="10959686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B1054A-77D0-461D-A5D8-9428B391889A}"/>
              </a:ext>
            </a:extLst>
          </p:cNvPr>
          <p:cNvSpPr txBox="1"/>
          <p:nvPr/>
        </p:nvSpPr>
        <p:spPr>
          <a:xfrm>
            <a:off x="616157" y="529024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현재 연구 주제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DE16D1-510D-4B26-8931-F327084EBC45}"/>
              </a:ext>
            </a:extLst>
          </p:cNvPr>
          <p:cNvSpPr/>
          <p:nvPr/>
        </p:nvSpPr>
        <p:spPr>
          <a:xfrm>
            <a:off x="792326" y="1679382"/>
            <a:ext cx="10717370" cy="4199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주제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군용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터보팬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엔진의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1D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동역학 모델링 및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 기반 상태기반정비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(CBM+)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지표 연구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엔진 선정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F100-PW-229 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군용 주력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터보팬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엔진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JSSG-2007A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감항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규격 스터디를 통한 정확한 사이클 및 설계 매개변수 적용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 방향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센서 융합의 필요성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센서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(EGT)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한계 극복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연료 유량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RPM,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압력 등 이종 센서 데이터 융합 분석 도입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1D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동역학 모델링 및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자동화를 활용한 상태기반정비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(CBM+)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예측 지표 도출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25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98D7AFA-A46D-438C-845A-8032D39920A7}"/>
              </a:ext>
            </a:extLst>
          </p:cNvPr>
          <p:cNvCxnSpPr>
            <a:cxnSpLocks/>
          </p:cNvCxnSpPr>
          <p:nvPr/>
        </p:nvCxnSpPr>
        <p:spPr>
          <a:xfrm flipH="1">
            <a:off x="616157" y="1119356"/>
            <a:ext cx="10959686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B1054A-77D0-461D-A5D8-9428B391889A}"/>
              </a:ext>
            </a:extLst>
          </p:cNvPr>
          <p:cNvSpPr txBox="1"/>
          <p:nvPr/>
        </p:nvSpPr>
        <p:spPr>
          <a:xfrm>
            <a:off x="616157" y="529024"/>
            <a:ext cx="3919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시스템 설계 및 적용 </a:t>
            </a:r>
            <a:r>
              <a:rPr lang="ko-KR" altLang="en-US" sz="2800" dirty="0" err="1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툴체인</a:t>
            </a:r>
            <a:endParaRPr lang="ko-KR" altLang="en-US" sz="28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DE16D1-510D-4B26-8931-F327084EBC45}"/>
              </a:ext>
            </a:extLst>
          </p:cNvPr>
          <p:cNvSpPr/>
          <p:nvPr/>
        </p:nvSpPr>
        <p:spPr>
          <a:xfrm>
            <a:off x="792326" y="1427712"/>
            <a:ext cx="10717370" cy="253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체계공학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(Systems Engineering)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접근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요구도 분석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 설계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소프트웨어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툴체인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활용 계획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Ansys Twin Builder: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엔진 물리 시스템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1D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동역학 모델링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Ansys SCADE /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medini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임베디드 제어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SW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안전성 분석 설계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대량의 시뮬레이션 센서 데이터 파싱 및 융합 분석 자동화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ECDF14-EAE8-400F-B349-B6D083320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93" y="4289749"/>
            <a:ext cx="8355435" cy="166172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7749C6-CC92-40EC-83EC-83257DA87074}"/>
              </a:ext>
            </a:extLst>
          </p:cNvPr>
          <p:cNvSpPr/>
          <p:nvPr/>
        </p:nvSpPr>
        <p:spPr>
          <a:xfrm>
            <a:off x="3103010" y="602269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엔진 상태기반정비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(CBM+)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위한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Ansys-Python </a:t>
            </a:r>
            <a:r>
              <a:rPr lang="ko-KR" altLang="en-US" sz="11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툴체인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구성도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lang="ko-KR" alt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98D7AFA-A46D-438C-845A-8032D39920A7}"/>
              </a:ext>
            </a:extLst>
          </p:cNvPr>
          <p:cNvCxnSpPr>
            <a:cxnSpLocks/>
          </p:cNvCxnSpPr>
          <p:nvPr/>
        </p:nvCxnSpPr>
        <p:spPr>
          <a:xfrm flipH="1">
            <a:off x="616157" y="1119356"/>
            <a:ext cx="10959686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B1054A-77D0-461D-A5D8-9428B391889A}"/>
              </a:ext>
            </a:extLst>
          </p:cNvPr>
          <p:cNvSpPr txBox="1"/>
          <p:nvPr/>
        </p:nvSpPr>
        <p:spPr>
          <a:xfrm>
            <a:off x="616157" y="529024"/>
            <a:ext cx="2597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기대 효과 및 결론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DE16D1-510D-4B26-8931-F327084EBC45}"/>
              </a:ext>
            </a:extLst>
          </p:cNvPr>
          <p:cNvSpPr/>
          <p:nvPr/>
        </p:nvSpPr>
        <p:spPr>
          <a:xfrm>
            <a:off x="792326" y="1419323"/>
            <a:ext cx="10717370" cy="5030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 극복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(Data Generation)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현실에서 획득하기 어려운 다양한 엔진 고장 데이터를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1D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가상 모델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(Digital Twin)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통해 생성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무거운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3D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해석 대비 연산 속도가 압도적으로 빨라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수많은 결함 시나리오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마모도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비행 조건 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따른 대규모 다중 센서 데이터를 신속하게 산출 가능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예지 정비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SW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경고를 넘어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센서 융합 데이터를 분석해 고장 부위를 특정하는 로직 설계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목표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JSSG-2007A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규격을 충족하며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조종사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정비사에게 정확한 시점에 경고를 제공하는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센서 기반 통합 예지 정비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SW'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 제시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군용 엔진을 넘어 민간 항공기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 진단으로의 적용 및 항공 정비 패러다임 방향 제시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960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18DD8B-F8A5-4ED6-8FE7-DD4360AB9A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05C606-CDD9-44C9-BE3B-B4ED51032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36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72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Q&amp;A</a:t>
            </a:r>
            <a:endParaRPr lang="ko-KR" altLang="en-US" sz="7200" dirty="0">
              <a:solidFill>
                <a:schemeClr val="bg1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283132D-E209-4663-BBC7-2937BCA03A76}"/>
              </a:ext>
            </a:extLst>
          </p:cNvPr>
          <p:cNvCxnSpPr>
            <a:cxnSpLocks/>
          </p:cNvCxnSpPr>
          <p:nvPr/>
        </p:nvCxnSpPr>
        <p:spPr>
          <a:xfrm flipH="1">
            <a:off x="-179832" y="5314928"/>
            <a:ext cx="123718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1F4CDB4-09E1-4C72-AC81-C1115FF8560A}"/>
              </a:ext>
            </a:extLst>
          </p:cNvPr>
          <p:cNvCxnSpPr>
            <a:cxnSpLocks/>
          </p:cNvCxnSpPr>
          <p:nvPr/>
        </p:nvCxnSpPr>
        <p:spPr>
          <a:xfrm flipH="1">
            <a:off x="-89916" y="1392069"/>
            <a:ext cx="123718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6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A2838295CA45849B52E1DD65B9D8995" ma:contentTypeVersion="12" ma:contentTypeDescription="새 문서를 만듭니다." ma:contentTypeScope="" ma:versionID="60c26d8c1d13ae1a214ac1d1caccc24a">
  <xsd:schema xmlns:xsd="http://www.w3.org/2001/XMLSchema" xmlns:xs="http://www.w3.org/2001/XMLSchema" xmlns:p="http://schemas.microsoft.com/office/2006/metadata/properties" xmlns:ns3="c8054287-9103-4ee4-a200-6497af60a9f3" targetNamespace="http://schemas.microsoft.com/office/2006/metadata/properties" ma:root="true" ma:fieldsID="dcc73f73fe3cd33e0969163d03eeadd1" ns3:_="">
    <xsd:import namespace="c8054287-9103-4ee4-a200-6497af60a9f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54287-9103-4ee4-a200-6497af60a9f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54287-9103-4ee4-a200-6497af60a9f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181926-A31C-4B6E-B3E2-8D93B9241F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054287-9103-4ee4-a200-6497af60a9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B5AB23-D705-477F-8D25-67CA2B41EE1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c8054287-9103-4ee4-a200-6497af60a9f3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C37B334-0F15-4A04-8E21-216C595164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317</Words>
  <Application>Microsoft Office PowerPoint</Application>
  <PresentationFormat>와이드스크린</PresentationFormat>
  <Paragraphs>40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Pretendard</vt:lpstr>
      <vt:lpstr>Pretendard Black</vt:lpstr>
      <vt:lpstr>맑은 고딕</vt:lpstr>
      <vt:lpstr>Arial</vt:lpstr>
      <vt:lpstr>Office 테마</vt:lpstr>
      <vt:lpstr>군용 터보팬 엔진 예측 정비 : JSSG-2007A 기반 CBM(상태기반정비) 지표 연구</vt:lpstr>
      <vt:lpstr>PowerPoint 프레젠테이션</vt:lpstr>
      <vt:lpstr>PowerPoint 프레젠테이션</vt:lpstr>
      <vt:lpstr>PowerPoint 프레젠테이션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parkseeun</dc:creator>
  <cp:lastModifiedBy>parkseeun</cp:lastModifiedBy>
  <cp:revision>13</cp:revision>
  <dcterms:created xsi:type="dcterms:W3CDTF">2026-03-16T03:01:37Z</dcterms:created>
  <dcterms:modified xsi:type="dcterms:W3CDTF">2026-03-16T11:55:25Z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0x010100DA2838295CA45849B52E1DD65B9D8995</vt:lpwstr>
  </property>
</Properties>
</file>